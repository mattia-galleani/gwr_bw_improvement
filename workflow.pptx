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5761038" cy="5761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5" userDrawn="1">
          <p15:clr>
            <a:srgbClr val="A4A3A4"/>
          </p15:clr>
        </p15:guide>
        <p15:guide id="2" pos="18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0"/>
    <p:restoredTop sz="94658"/>
  </p:normalViewPr>
  <p:slideViewPr>
    <p:cSldViewPr snapToGrid="0" showGuides="1">
      <p:cViewPr varScale="1">
        <p:scale>
          <a:sx n="138" d="100"/>
          <a:sy n="138" d="100"/>
        </p:scale>
        <p:origin x="1272" y="168"/>
      </p:cViewPr>
      <p:guideLst>
        <p:guide orient="horz" pos="1815"/>
        <p:guide pos="18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6020085" cy="57570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808407" y="981450"/>
            <a:ext cx="4149487" cy="381197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6275" y="1726529"/>
            <a:ext cx="4050144" cy="1521018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3024" spc="-71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6275" y="3311036"/>
            <a:ext cx="4050144" cy="1120723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134" b="0">
                <a:solidFill>
                  <a:srgbClr val="FFFEFF"/>
                </a:solidFill>
              </a:defRPr>
            </a:lvl1pPr>
            <a:lvl2pPr marL="216027" indent="0" algn="ctr">
              <a:buNone/>
              <a:defRPr sz="945"/>
            </a:lvl2pPr>
            <a:lvl3pPr marL="432054" indent="0" algn="ctr">
              <a:buNone/>
              <a:defRPr sz="851"/>
            </a:lvl3pPr>
            <a:lvl4pPr marL="648081" indent="0" algn="ctr">
              <a:buNone/>
              <a:defRPr sz="756"/>
            </a:lvl4pPr>
            <a:lvl5pPr marL="864108" indent="0" algn="ctr">
              <a:buNone/>
              <a:defRPr sz="756"/>
            </a:lvl5pPr>
            <a:lvl6pPr marL="1080135" indent="0" algn="ctr">
              <a:buNone/>
              <a:defRPr sz="756"/>
            </a:lvl6pPr>
            <a:lvl7pPr marL="1296162" indent="0" algn="ctr">
              <a:buNone/>
              <a:defRPr sz="756"/>
            </a:lvl7pPr>
            <a:lvl8pPr marL="1512189" indent="0" algn="ctr">
              <a:buNone/>
              <a:defRPr sz="756"/>
            </a:lvl8pPr>
            <a:lvl9pPr marL="1728216" indent="0" algn="ctr">
              <a:buNone/>
              <a:defRPr sz="7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03273" y="268849"/>
            <a:ext cx="1728311" cy="268848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B85ACFA0-F9CE-214B-A1F7-F4904224D70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72" y="5231023"/>
            <a:ext cx="4948732" cy="268848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9926" y="268849"/>
            <a:ext cx="432078" cy="268848"/>
          </a:xfrm>
        </p:spPr>
        <p:txBody>
          <a:bodyPr/>
          <a:lstStyle/>
          <a:p>
            <a:fld id="{C643ABFD-1361-B840-832F-7123173F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13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180332" y="0"/>
            <a:ext cx="5936036" cy="5761039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403273" y="1427734"/>
            <a:ext cx="2070642" cy="2915315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24" y="1974045"/>
            <a:ext cx="1960698" cy="20706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2036" y="674713"/>
            <a:ext cx="2577731" cy="440908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ACFA0-F9CE-214B-A1F7-F4904224D70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ABFD-1361-B840-832F-7123173F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90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6020085" cy="57570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514274" y="973531"/>
            <a:ext cx="2720291" cy="381197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1949" y="1704309"/>
            <a:ext cx="2622805" cy="1455358"/>
          </a:xfrm>
        </p:spPr>
        <p:txBody>
          <a:bodyPr bIns="0" anchor="b">
            <a:normAutofit/>
          </a:bodyPr>
          <a:lstStyle>
            <a:lvl1pPr algn="ctr">
              <a:defRPr sz="2268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1949" y="3228582"/>
            <a:ext cx="2622805" cy="1197988"/>
          </a:xfrm>
        </p:spPr>
        <p:txBody>
          <a:bodyPr tIns="0">
            <a:normAutofit/>
          </a:bodyPr>
          <a:lstStyle>
            <a:lvl1pPr marL="0" indent="0" algn="ctr">
              <a:buNone/>
              <a:defRPr sz="1008">
                <a:solidFill>
                  <a:srgbClr val="FFFEFF"/>
                </a:solidFill>
              </a:defRPr>
            </a:lvl1pPr>
            <a:lvl2pPr marL="21602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2pPr>
            <a:lvl3pPr marL="432054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3pPr>
            <a:lvl4pPr marL="648081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4pPr>
            <a:lvl5pPr marL="864108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5pPr>
            <a:lvl6pPr marL="1080135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6pPr>
            <a:lvl7pPr marL="1296162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7pPr>
            <a:lvl8pPr marL="1512189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8pPr>
            <a:lvl9pPr marL="1728216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03273" y="268849"/>
            <a:ext cx="1728311" cy="268848"/>
          </a:xfrm>
        </p:spPr>
        <p:txBody>
          <a:bodyPr/>
          <a:lstStyle/>
          <a:p>
            <a:fld id="{B85ACFA0-F9CE-214B-A1F7-F4904224D70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72" y="5231023"/>
            <a:ext cx="4948732" cy="268848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9926" y="268849"/>
            <a:ext cx="432078" cy="268848"/>
          </a:xfrm>
        </p:spPr>
        <p:txBody>
          <a:bodyPr/>
          <a:lstStyle/>
          <a:p>
            <a:fld id="{C643ABFD-1361-B840-832F-7123173F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24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180332" y="0"/>
            <a:ext cx="5936036" cy="5761039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403273" y="1427734"/>
            <a:ext cx="2070642" cy="2915315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595" y="1978366"/>
            <a:ext cx="1967071" cy="2066353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86653" y="675422"/>
            <a:ext cx="2577897" cy="20659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84932" y="3011654"/>
            <a:ext cx="2579617" cy="2075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03273" y="268849"/>
            <a:ext cx="1728311" cy="268848"/>
          </a:xfrm>
        </p:spPr>
        <p:txBody>
          <a:bodyPr/>
          <a:lstStyle/>
          <a:p>
            <a:fld id="{B85ACFA0-F9CE-214B-A1F7-F4904224D70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272" y="5231023"/>
            <a:ext cx="4948732" cy="26884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9926" y="268849"/>
            <a:ext cx="432078" cy="268848"/>
          </a:xfrm>
        </p:spPr>
        <p:txBody>
          <a:bodyPr/>
          <a:lstStyle/>
          <a:p>
            <a:fld id="{C643ABFD-1361-B840-832F-7123173F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05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180332" y="0"/>
            <a:ext cx="5936036" cy="5761039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403273" y="1427734"/>
            <a:ext cx="2070642" cy="2915315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595" y="1979021"/>
            <a:ext cx="1967071" cy="206569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65329" y="673885"/>
            <a:ext cx="2397360" cy="576104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134" b="0" cap="all" baseline="0">
                <a:solidFill>
                  <a:schemeClr val="accent1"/>
                </a:solidFill>
              </a:defRPr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65344" y="1249988"/>
            <a:ext cx="2397077" cy="14913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8020" y="3012001"/>
            <a:ext cx="2406528" cy="576104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134" b="0" cap="all" baseline="0">
                <a:solidFill>
                  <a:schemeClr val="accent1"/>
                </a:solidFill>
              </a:defRPr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58020" y="3587277"/>
            <a:ext cx="2406528" cy="14998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03273" y="268849"/>
            <a:ext cx="1728311" cy="268848"/>
          </a:xfrm>
        </p:spPr>
        <p:txBody>
          <a:bodyPr/>
          <a:lstStyle/>
          <a:p>
            <a:fld id="{B85ACFA0-F9CE-214B-A1F7-F4904224D70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272" y="5231023"/>
            <a:ext cx="4948732" cy="2688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9926" y="268849"/>
            <a:ext cx="432078" cy="268848"/>
          </a:xfrm>
        </p:spPr>
        <p:txBody>
          <a:bodyPr/>
          <a:lstStyle/>
          <a:p>
            <a:fld id="{C643ABFD-1361-B840-832F-7123173F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3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180332" y="0"/>
            <a:ext cx="5936036" cy="5761039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403273" y="1427734"/>
            <a:ext cx="2070642" cy="2915315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24" y="1974045"/>
            <a:ext cx="1960698" cy="20706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ACFA0-F9CE-214B-A1F7-F4904224D70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272" y="5231023"/>
            <a:ext cx="4948732" cy="26884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ABFD-1361-B840-832F-7123173F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8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03273" y="268849"/>
            <a:ext cx="1728311" cy="268848"/>
          </a:xfrm>
        </p:spPr>
        <p:txBody>
          <a:bodyPr/>
          <a:lstStyle/>
          <a:p>
            <a:fld id="{B85ACFA0-F9CE-214B-A1F7-F4904224D70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272" y="5231023"/>
            <a:ext cx="4948732" cy="26884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9926" y="268849"/>
            <a:ext cx="432078" cy="268848"/>
          </a:xfrm>
        </p:spPr>
        <p:txBody>
          <a:bodyPr/>
          <a:lstStyle/>
          <a:p>
            <a:fld id="{C643ABFD-1361-B840-832F-7123173F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30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180332" y="0"/>
            <a:ext cx="5936036" cy="5761039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403273" y="1427734"/>
            <a:ext cx="2070642" cy="2915315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24" y="1974046"/>
            <a:ext cx="1960698" cy="1029392"/>
          </a:xfrm>
        </p:spPr>
        <p:txBody>
          <a:bodyPr bIns="0" anchor="b">
            <a:noAutofit/>
          </a:bodyPr>
          <a:lstStyle>
            <a:lvl1pPr algn="ctr">
              <a:defRPr sz="1764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2036" y="673205"/>
            <a:ext cx="2580398" cy="4409819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24" y="3003438"/>
            <a:ext cx="1960698" cy="1041281"/>
          </a:xfrm>
        </p:spPr>
        <p:txBody>
          <a:bodyPr>
            <a:normAutofit/>
          </a:bodyPr>
          <a:lstStyle>
            <a:lvl1pPr marL="0" indent="0" algn="ctr">
              <a:buNone/>
              <a:defRPr sz="882">
                <a:solidFill>
                  <a:srgbClr val="FFFEFF"/>
                </a:solidFill>
              </a:defRPr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ACFA0-F9CE-214B-A1F7-F4904224D70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ABFD-1361-B840-832F-7123173F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38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6020085" cy="57570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406034" y="1426677"/>
            <a:ext cx="2745535" cy="2915314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62643" y="0"/>
            <a:ext cx="2198395" cy="5761038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1512"/>
            </a:lvl1pPr>
            <a:lvl2pPr marL="216027" indent="0">
              <a:buNone/>
              <a:defRPr sz="1323"/>
            </a:lvl2pPr>
            <a:lvl3pPr marL="432054" indent="0">
              <a:buNone/>
              <a:defRPr sz="1134"/>
            </a:lvl3pPr>
            <a:lvl4pPr marL="648081" indent="0">
              <a:buNone/>
              <a:defRPr sz="945"/>
            </a:lvl4pPr>
            <a:lvl5pPr marL="864108" indent="0">
              <a:buNone/>
              <a:defRPr sz="945"/>
            </a:lvl5pPr>
            <a:lvl6pPr marL="1080135" indent="0">
              <a:buNone/>
              <a:defRPr sz="945"/>
            </a:lvl6pPr>
            <a:lvl7pPr marL="1296162" indent="0">
              <a:buNone/>
              <a:defRPr sz="945"/>
            </a:lvl7pPr>
            <a:lvl8pPr marL="1512189" indent="0">
              <a:buNone/>
              <a:defRPr sz="945"/>
            </a:lvl8pPr>
            <a:lvl9pPr marL="1728216" indent="0">
              <a:buNone/>
              <a:defRPr sz="94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883" y="1962687"/>
            <a:ext cx="2644676" cy="1063111"/>
          </a:xfrm>
        </p:spPr>
        <p:txBody>
          <a:bodyPr bIns="0" anchor="b">
            <a:normAutofit/>
          </a:bodyPr>
          <a:lstStyle>
            <a:lvl1pPr>
              <a:defRPr sz="2016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083" y="3025798"/>
            <a:ext cx="2645676" cy="1020266"/>
          </a:xfrm>
        </p:spPr>
        <p:txBody>
          <a:bodyPr>
            <a:normAutofit/>
          </a:bodyPr>
          <a:lstStyle>
            <a:lvl1pPr marL="0" indent="0" algn="ctr">
              <a:buNone/>
              <a:defRPr sz="882">
                <a:solidFill>
                  <a:srgbClr val="FFFEFF"/>
                </a:solidFill>
              </a:defRPr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03273" y="268849"/>
            <a:ext cx="1728311" cy="268848"/>
          </a:xfrm>
        </p:spPr>
        <p:txBody>
          <a:bodyPr/>
          <a:lstStyle/>
          <a:p>
            <a:fld id="{B85ACFA0-F9CE-214B-A1F7-F4904224D70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273" y="5231023"/>
            <a:ext cx="2746095" cy="26884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718892" y="268849"/>
            <a:ext cx="432078" cy="268848"/>
          </a:xfrm>
        </p:spPr>
        <p:txBody>
          <a:bodyPr/>
          <a:lstStyle/>
          <a:p>
            <a:fld id="{C643ABFD-1361-B840-832F-7123173F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584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180332" y="0"/>
            <a:ext cx="5936036" cy="5761039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403273" y="1427734"/>
            <a:ext cx="2070642" cy="2915315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011" y="1974047"/>
            <a:ext cx="1961812" cy="2077245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82036" y="667601"/>
            <a:ext cx="2580398" cy="4416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ACFA0-F9CE-214B-A1F7-F4904224D70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ABFD-1361-B840-832F-7123173F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34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5936036" cy="5761039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3293906" y="1427734"/>
            <a:ext cx="2070642" cy="2915315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47759" y="1974046"/>
            <a:ext cx="1960698" cy="2070673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5275" y="674396"/>
            <a:ext cx="2594667" cy="44142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03273" y="268849"/>
            <a:ext cx="1728311" cy="268848"/>
          </a:xfrm>
        </p:spPr>
        <p:txBody>
          <a:bodyPr/>
          <a:lstStyle/>
          <a:p>
            <a:fld id="{B85ACFA0-F9CE-214B-A1F7-F4904224D70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72" y="5231023"/>
            <a:ext cx="4948732" cy="26884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9926" y="268849"/>
            <a:ext cx="432078" cy="268848"/>
          </a:xfrm>
        </p:spPr>
        <p:txBody>
          <a:bodyPr/>
          <a:lstStyle/>
          <a:p>
            <a:fld id="{C643ABFD-1361-B840-832F-7123173F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55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0609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14">
          <p15:clr>
            <a:srgbClr val="FBAE40"/>
          </p15:clr>
        </p15:guide>
        <p15:guide id="2" pos="181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24" y="1974046"/>
            <a:ext cx="1960698" cy="2070674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82037" y="667601"/>
            <a:ext cx="2569968" cy="4416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3273" y="268849"/>
            <a:ext cx="1728311" cy="268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ACFA0-F9CE-214B-A1F7-F4904224D706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272" y="5231023"/>
            <a:ext cx="4948732" cy="268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9926" y="268849"/>
            <a:ext cx="432078" cy="268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3ABFD-1361-B840-832F-7123173F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680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ctr" defTabSz="432054" rtl="0" eaLnBrk="1" latinLnBrk="0" hangingPunct="1">
        <a:lnSpc>
          <a:spcPct val="85000"/>
        </a:lnSpc>
        <a:spcBef>
          <a:spcPct val="0"/>
        </a:spcBef>
        <a:buNone/>
        <a:defRPr sz="2016" b="0" i="0" kern="1200" cap="none" spc="-71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08014" indent="-108014" algn="l" defTabSz="432054" rtl="0" eaLnBrk="1" latinLnBrk="0" hangingPunct="1">
        <a:lnSpc>
          <a:spcPct val="120000"/>
        </a:lnSpc>
        <a:spcBef>
          <a:spcPts val="472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008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324041" indent="-108014" algn="l" defTabSz="432054" rtl="0" eaLnBrk="1" latinLnBrk="0" hangingPunct="1">
        <a:lnSpc>
          <a:spcPct val="120000"/>
        </a:lnSpc>
        <a:spcBef>
          <a:spcPts val="236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882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540068" indent="-108014" algn="l" defTabSz="432054" rtl="0" eaLnBrk="1" latinLnBrk="0" hangingPunct="1">
        <a:lnSpc>
          <a:spcPct val="120000"/>
        </a:lnSpc>
        <a:spcBef>
          <a:spcPts val="236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756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756095" indent="-108014" algn="l" defTabSz="432054" rtl="0" eaLnBrk="1" latinLnBrk="0" hangingPunct="1">
        <a:lnSpc>
          <a:spcPct val="120000"/>
        </a:lnSpc>
        <a:spcBef>
          <a:spcPts val="236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756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972122" indent="-108014" algn="l" defTabSz="432054" rtl="0" eaLnBrk="1" latinLnBrk="0" hangingPunct="1">
        <a:lnSpc>
          <a:spcPct val="120000"/>
        </a:lnSpc>
        <a:spcBef>
          <a:spcPts val="236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756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188149" indent="-108014" algn="l" defTabSz="432054" rtl="0" eaLnBrk="1" latinLnBrk="0" hangingPunct="1">
        <a:lnSpc>
          <a:spcPct val="120000"/>
        </a:lnSpc>
        <a:spcBef>
          <a:spcPts val="236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567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1404176" indent="-108014" algn="l" defTabSz="432054" rtl="0" eaLnBrk="1" latinLnBrk="0" hangingPunct="1">
        <a:lnSpc>
          <a:spcPct val="120000"/>
        </a:lnSpc>
        <a:spcBef>
          <a:spcPts val="236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567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1620203" indent="-108014" algn="l" defTabSz="432054" rtl="0" eaLnBrk="1" latinLnBrk="0" hangingPunct="1">
        <a:lnSpc>
          <a:spcPct val="120000"/>
        </a:lnSpc>
        <a:spcBef>
          <a:spcPts val="236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567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1836230" indent="-108014" algn="l" defTabSz="432054" rtl="0" eaLnBrk="1" latinLnBrk="0" hangingPunct="1">
        <a:lnSpc>
          <a:spcPct val="120000"/>
        </a:lnSpc>
        <a:spcBef>
          <a:spcPts val="236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567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FC16A92-28A6-B75D-541E-BBAF9C2F7A7F}"/>
              </a:ext>
            </a:extLst>
          </p:cNvPr>
          <p:cNvSpPr/>
          <p:nvPr/>
        </p:nvSpPr>
        <p:spPr>
          <a:xfrm>
            <a:off x="2267095" y="258618"/>
            <a:ext cx="1228436" cy="4064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89311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78C30D"/>
      </a:accent1>
      <a:accent2>
        <a:srgbClr val="099B62"/>
      </a:accent2>
      <a:accent3>
        <a:srgbClr val="21CFDF"/>
      </a:accent3>
      <a:accent4>
        <a:srgbClr val="179FDF"/>
      </a:accent4>
      <a:accent5>
        <a:srgbClr val="E75710"/>
      </a:accent5>
      <a:accent6>
        <a:srgbClr val="F89C19"/>
      </a:accent6>
      <a:hlink>
        <a:srgbClr val="7CDE25"/>
      </a:hlink>
      <a:folHlink>
        <a:srgbClr val="BCE8A8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C0EF0781-FB17-4F1F-B3B1-699933968C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2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 Light</vt:lpstr>
      <vt:lpstr>Rockwell</vt:lpstr>
      <vt:lpstr>Wingdings</vt:lpstr>
      <vt:lpstr>Atlas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Galleani Mattia</dc:creator>
  <cp:lastModifiedBy>Galleani Mattia</cp:lastModifiedBy>
  <cp:revision>2</cp:revision>
  <dcterms:created xsi:type="dcterms:W3CDTF">2026-05-27T09:00:05Z</dcterms:created>
  <dcterms:modified xsi:type="dcterms:W3CDTF">2026-05-27T09:02:48Z</dcterms:modified>
</cp:coreProperties>
</file>